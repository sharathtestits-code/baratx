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920240"/>
            <a:ext cx="7863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BarathX</a:t>
            </a:r>
          </a:p>
          <a:p>
            <a:pPr>
              <a:spcBef>
                <a:spcPts val="1400"/>
              </a:spcBef>
            </a:pPr>
            <a:r>
              <a:rPr sz="2000" b="0">
                <a:solidFill>
                  <a:srgbClr val="D8DEE6"/>
                </a:solidFill>
                <a:latin typeface="Calibri"/>
              </a:rPr>
              <a:t>India’s public square — creator collab brief</a:t>
            </a:r>
          </a:p>
          <a:p>
            <a:pPr>
              <a:spcBef>
                <a:spcPts val="1800"/>
              </a:spcBef>
            </a:pPr>
            <a:r>
              <a:rPr sz="1400" b="0">
                <a:solidFill>
                  <a:srgbClr val="E8B88A"/>
                </a:solidFill>
                <a:latin typeface="Calibri"/>
              </a:rPr>
              <a:t>Built by Indians · for Indians · owned by Indians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30936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A8B4C4"/>
                </a:solidFill>
                <a:latin typeface="Calibri"/>
              </a:rPr>
              <a:t>barathx.com  ·  @getbarathx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7724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1F3A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Hot takes die in WhatsApp.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Reels want your thumb — not your opinion.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India needs a place to pick a side and argue it live.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A5563"/>
                </a:solidFill>
                <a:latin typeface="Calibri"/>
              </a:rPr>
              <a:t>barathx.com  ·  @getbarathx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7724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1F3A"/>
                </a:solidFill>
                <a:latin typeface="Calibri"/>
              </a:rPr>
              <a:t>What BarathX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India’s public square — Square · Arenas · Live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Drop a take → pick a side → real replies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Human takes only. No AI slop.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Built by Indians, for Indians, owned by Indians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A5563"/>
                </a:solidFill>
                <a:latin typeface="Calibri"/>
              </a:rPr>
              <a:t>barathx.com  ·  @getbarathx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7724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1F3A"/>
                </a:solidFill>
                <a:latin typeface="Calibri"/>
              </a:rPr>
              <a:t>Why creators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Gen Z trusts niche creators more than ads.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Your audience already argues in comments.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We give them a square — you keep creative control.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A5563"/>
                </a:solidFill>
                <a:latin typeface="Calibri"/>
              </a:rPr>
              <a:t>barathx.com  ·  @getbarathx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7724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1F3A"/>
                </a:solidFill>
                <a:latin typeface="Calibri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1 Reel (or carousel) + 1 Story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Exclusive BarathX link (we provide)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CTA: create account → leave one take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Spelling: BarathX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A5563"/>
                </a:solidFill>
                <a:latin typeface="Calibri"/>
              </a:rPr>
              <a:t>barathx.com  ·  @getbarathx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7724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1F3A"/>
                </a:solidFill>
                <a:latin typeface="Calibri"/>
              </a:rPr>
              <a:t>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Reply with how partnerships work on your side.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We’ll share an exclusive link + short brief if it’s a fit.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barathx.com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@getbarathx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A5563"/>
                </a:solidFill>
                <a:latin typeface="Calibri"/>
              </a:rPr>
              <a:t>barathx.com  ·  @getbarathx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